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  <p:sldMasterId id="2147483685" r:id="rId5"/>
  </p:sldMasterIdLst>
  <p:notesMasterIdLst>
    <p:notesMasterId r:id="rId7"/>
  </p:notesMasterIdLst>
  <p:handoutMasterIdLst>
    <p:handoutMasterId r:id="rId8"/>
  </p:handoutMasterIdLst>
  <p:sldIdLst>
    <p:sldId id="1697" r:id="rId6"/>
  </p:sldIdLst>
  <p:sldSz cx="12192000" cy="6858000"/>
  <p:notesSz cx="6645275" cy="97758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9F755AD-DFA8-4BD7-9F3F-BD24BB5C06B5}">
          <p14:sldIdLst/>
        </p14:section>
        <p14:section name="Eng" id="{9E9F65FE-BD7F-4AB5-BDAA-6D0D7E3E7258}">
          <p14:sldIdLst>
            <p14:sldId id="16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lcolm Smit" initials="MS" lastIdx="1" clrIdx="0">
    <p:extLst>
      <p:ext uri="{19B8F6BF-5375-455C-9EA6-DF929625EA0E}">
        <p15:presenceInfo xmlns:p15="http://schemas.microsoft.com/office/powerpoint/2012/main" userId="S-1-5-21-2738270375-1332596784-1822595390-23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0000"/>
    <a:srgbClr val="DD0184"/>
    <a:srgbClr val="FC34AB"/>
    <a:srgbClr val="00CC00"/>
    <a:srgbClr val="E9EBF5"/>
    <a:srgbClr val="00FF00"/>
    <a:srgbClr val="339933"/>
    <a:srgbClr val="CFD5EA"/>
    <a:srgbClr val="D6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32" autoAdjust="0"/>
  </p:normalViewPr>
  <p:slideViewPr>
    <p:cSldViewPr snapToGrid="0">
      <p:cViewPr varScale="1">
        <p:scale>
          <a:sx n="59" d="100"/>
          <a:sy n="59" d="100"/>
        </p:scale>
        <p:origin x="964" y="-132"/>
      </p:cViewPr>
      <p:guideLst/>
    </p:cSldViewPr>
  </p:slideViewPr>
  <p:outlineViewPr>
    <p:cViewPr>
      <p:scale>
        <a:sx n="33" d="100"/>
        <a:sy n="33" d="100"/>
      </p:scale>
      <p:origin x="0" y="-754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864" y="1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r">
              <a:defRPr sz="1200"/>
            </a:lvl1pPr>
          </a:lstStyle>
          <a:p>
            <a:fld id="{D856F2D1-30CC-4702-9920-5C4AA13CCE8C}" type="datetimeFigureOut">
              <a:rPr lang="en-ZA" smtClean="0"/>
              <a:t>2026/02/12</a:t>
            </a:fld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367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864" y="9285367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r">
              <a:defRPr sz="1200"/>
            </a:lvl1pPr>
          </a:lstStyle>
          <a:p>
            <a:fld id="{D5D6B2EB-508E-4284-817C-C6B4EEB37901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5368098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879619" cy="490489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21" y="4"/>
            <a:ext cx="2879619" cy="490489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r">
              <a:defRPr sz="1200"/>
            </a:lvl1pPr>
          </a:lstStyle>
          <a:p>
            <a:fld id="{6C816668-045D-4A89-9E63-5B0E3CBE2ADC}" type="datetimeFigureOut">
              <a:rPr lang="en-ZA" smtClean="0"/>
              <a:t>2026/02/12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2375"/>
            <a:ext cx="5867400" cy="3300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55" tIns="45627" rIns="91255" bIns="45627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8"/>
            <a:ext cx="5316220" cy="3849231"/>
          </a:xfrm>
          <a:prstGeom prst="rect">
            <a:avLst/>
          </a:prstGeom>
        </p:spPr>
        <p:txBody>
          <a:bodyPr vert="horz" lIns="91255" tIns="45627" rIns="91255" bIns="45627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21" y="9285339"/>
            <a:ext cx="2879619" cy="49048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r">
              <a:defRPr sz="1200"/>
            </a:lvl1pPr>
          </a:lstStyle>
          <a:p>
            <a:fld id="{CEB5EEEE-4384-40B0-93DA-631FD1C76CAA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783068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9F72BB-4468-4A06-A2D1-7C3EA5DA65D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2026/02/12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0750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2D2AD-1E63-4177-B4AE-4B6658454808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2026/02/12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7238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3F7747-C05A-40FD-B8BD-32741BAEECD0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2026/02/12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0645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C36012-1117-4B4D-BA4F-08D8C6D029F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2026/02/12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7402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2F7CD3-FCB9-4AAC-819F-6AD549EB6F13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2026/02/12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6289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3DD486-1533-4ABF-AF5C-00B9CA26AF51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2026/02/12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2622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A8F0B9-07C2-407B-A229-1FFF8B72CF2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2026/02/12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7403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7A34F2-C09C-47D7-819B-8567BA6F37E2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2026/02/12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058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C32490-3A86-4D5C-8282-C1782A9D6AE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2026/02/12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3094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A9801C-6BF9-4C5C-989E-9373643D070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2026/02/12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9026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0B402E-6CF9-465F-804C-0936A6B6601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2026/02/12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8168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716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720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12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40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6174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096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3174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0726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6512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1859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03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BA2CB5-FB29-4BCC-9A9D-2F6C008BD2BE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2026/02/12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6723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11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NCBLKR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1589"/>
            <a:ext cx="1296039" cy="815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329976"/>
              </p:ext>
            </p:extLst>
          </p:nvPr>
        </p:nvGraphicFramePr>
        <p:xfrm>
          <a:off x="0" y="898127"/>
          <a:ext cx="12090204" cy="64372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45102">
                  <a:extLst>
                    <a:ext uri="{9D8B030D-6E8A-4147-A177-3AD203B41FA5}">
                      <a16:colId xmlns:a16="http://schemas.microsoft.com/office/drawing/2014/main" val="183856178"/>
                    </a:ext>
                  </a:extLst>
                </a:gridCol>
                <a:gridCol w="6045102">
                  <a:extLst>
                    <a:ext uri="{9D8B030D-6E8A-4147-A177-3AD203B41FA5}">
                      <a16:colId xmlns:a16="http://schemas.microsoft.com/office/drawing/2014/main" val="3550448731"/>
                    </a:ext>
                  </a:extLst>
                </a:gridCol>
              </a:tblGrid>
              <a:tr h="370045">
                <a:tc>
                  <a:txBody>
                    <a:bodyPr/>
                    <a:lstStyle/>
                    <a:p>
                      <a:r>
                        <a:rPr lang="en-ZA" sz="1800" b="1" dirty="0"/>
                        <a:t>Highlight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800" b="1" dirty="0"/>
                        <a:t>Lowlight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470639"/>
                  </a:ext>
                </a:extLst>
              </a:tr>
              <a:tr h="3099856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DT0184 &amp;DT0185 COC completed and ready for production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 UV0105 Water truck level 9 completed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 TMM availability improve to 92%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lang="en-ZA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ZA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DT availability  was booked incorrect </a:t>
                      </a: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r>
                        <a:rPr lang="en-ZA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 DT0174  Waiting Balow’s for level 9</a:t>
                      </a: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r>
                        <a:rPr lang="en-ZA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DT0152  </a:t>
                      </a: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Waiting Balow’s for level 9</a:t>
                      </a: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DT0152 Not selecting </a:t>
                      </a:r>
                      <a:r>
                        <a:rPr lang="en-GB" sz="1200" baseline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gears Nerospec</a:t>
                      </a: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endParaRPr lang="en-ZA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08375"/>
                  </a:ext>
                </a:extLst>
              </a:tr>
              <a:tr h="370045">
                <a:tc>
                  <a:txBody>
                    <a:bodyPr/>
                    <a:lstStyle/>
                    <a:p>
                      <a:r>
                        <a:rPr lang="en-ZA" sz="1800" b="1" dirty="0"/>
                        <a:t>Emerging Issues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/>
                        <a:t>Priorities</a:t>
                      </a:r>
                      <a:endParaRPr lang="en-ZA" sz="18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739383"/>
                  </a:ext>
                </a:extLst>
              </a:tr>
              <a:tr h="21199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UV 0068 Emulsion unit axle to be replace nothing available at the store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Mechanical Foreman off sick continuously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Commission surface compressor – Challenge 4 inch from the compressor to 2-inch line in the shaft and keep tripping the compressor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74N tip liners to be repairs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Conveyor Watch to submit splice condition report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CV0053 to do hot splice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65872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175" y="82296"/>
            <a:ext cx="12188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High &amp; Low</a:t>
            </a:r>
          </a:p>
        </p:txBody>
      </p:sp>
    </p:spTree>
    <p:extLst>
      <p:ext uri="{BB962C8B-B14F-4D97-AF65-F5344CB8AC3E}">
        <p14:creationId xmlns:p14="http://schemas.microsoft.com/office/powerpoint/2010/main" val="2001841461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C29F0A1FA96944A2C5135006DD23E8" ma:contentTypeVersion="13" ma:contentTypeDescription="Create a new document." ma:contentTypeScope="" ma:versionID="828218418528730b5a21d2efaf57c0cf">
  <xsd:schema xmlns:xsd="http://www.w3.org/2001/XMLSchema" xmlns:xs="http://www.w3.org/2001/XMLSchema" xmlns:p="http://schemas.microsoft.com/office/2006/metadata/properties" xmlns:ns3="37473a6a-0566-4ba9-806e-467b08f33b59" xmlns:ns4="a5109836-3c62-4718-a0cd-c7b582f81404" targetNamespace="http://schemas.microsoft.com/office/2006/metadata/properties" ma:root="true" ma:fieldsID="2b4c55a0bee7c350c130ff9f6e5fb40c" ns3:_="" ns4:_="">
    <xsd:import namespace="37473a6a-0566-4ba9-806e-467b08f33b59"/>
    <xsd:import namespace="a5109836-3c62-4718-a0cd-c7b582f8140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473a6a-0566-4ba9-806e-467b08f33b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109836-3c62-4718-a0cd-c7b582f8140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7473a6a-0566-4ba9-806e-467b08f33b5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199E983-305D-4D18-A51F-848EFEE83D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473a6a-0566-4ba9-806e-467b08f33b59"/>
    <ds:schemaRef ds:uri="a5109836-3c62-4718-a0cd-c7b582f814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3624D4A-3AB0-45CB-8AB7-AF5029D08566}">
  <ds:schemaRefs>
    <ds:schemaRef ds:uri="http://purl.org/dc/elements/1.1/"/>
    <ds:schemaRef ds:uri="http://purl.org/dc/dcmitype/"/>
    <ds:schemaRef ds:uri="a5109836-3c62-4718-a0cd-c7b582f81404"/>
    <ds:schemaRef ds:uri="http://schemas.microsoft.com/office/infopath/2007/PartnerControls"/>
    <ds:schemaRef ds:uri="37473a6a-0566-4ba9-806e-467b08f33b59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65EC089B-7917-4192-8680-6391327746F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218318</TotalTime>
  <Words>113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2_Office Theme</vt:lpstr>
      <vt:lpstr>Custom Design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Nigel Coetzee</dc:creator>
  <cp:lastModifiedBy>Sipho Dubazane</cp:lastModifiedBy>
  <cp:revision>2443</cp:revision>
  <cp:lastPrinted>2024-05-14T13:45:52Z</cp:lastPrinted>
  <dcterms:created xsi:type="dcterms:W3CDTF">2019-02-12T06:39:46Z</dcterms:created>
  <dcterms:modified xsi:type="dcterms:W3CDTF">2026-02-13T12:53:32Z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0x01010032C29F0A1FA96944A2C5135006DD23E8</vt:lpwstr>
  </property>
</Properties>
</file>
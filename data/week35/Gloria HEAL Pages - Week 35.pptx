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5" r:id="rId5"/>
  </p:sldMasterIdLst>
  <p:notesMasterIdLst>
    <p:notesMasterId r:id="rId7"/>
  </p:notesMasterIdLst>
  <p:handoutMasterIdLst>
    <p:handoutMasterId r:id="rId8"/>
  </p:handoutMasterIdLst>
  <p:sldIdLst>
    <p:sldId id="1697" r:id="rId6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2026/02/27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2026/02/27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2026/02/27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42178"/>
              </p:ext>
            </p:extLst>
          </p:nvPr>
        </p:nvGraphicFramePr>
        <p:xfrm>
          <a:off x="0" y="898127"/>
          <a:ext cx="12090204" cy="6647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Good improvement in RTs and HDs availability for three weeks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Removal of  axle from UV0128 to UV0068 was completed safely and two changing emulsion available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All CAT trucks are available for production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GB" sz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MTD </a:t>
                      </a: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production </a:t>
                      </a:r>
                      <a:r>
                        <a:rPr lang="en-GB" sz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tons above the target by 218 tons </a:t>
                      </a: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Raise compressor failure causing pressure drop resulting SMS not to shotcrete in 9 West section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DTs availability was 69%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DT0105 &amp; 106 on breakdown relating to Nerospec and still not fixed yet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ZA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DT0173 -  Jumping gears</a:t>
                      </a: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UV 0068 Emulsion unit axle to be replace nothing available at the store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Commission surface compressor – Challenge 4 inch from the compressor to 2-inch line in the shaft and keep tripping the compressor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74N tip CAP liners to be repairs – two outstanding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CV0053 and 51H to be hot spliced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Waiting delivery of diverted actuator for HG and LG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Zennith to service raise compressor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29F0A1FA96944A2C5135006DD23E8" ma:contentTypeVersion="13" ma:contentTypeDescription="Create a new document." ma:contentTypeScope="" ma:versionID="828218418528730b5a21d2efaf57c0cf">
  <xsd:schema xmlns:xsd="http://www.w3.org/2001/XMLSchema" xmlns:xs="http://www.w3.org/2001/XMLSchema" xmlns:p="http://schemas.microsoft.com/office/2006/metadata/properties" xmlns:ns3="37473a6a-0566-4ba9-806e-467b08f33b59" xmlns:ns4="a5109836-3c62-4718-a0cd-c7b582f81404" targetNamespace="http://schemas.microsoft.com/office/2006/metadata/properties" ma:root="true" ma:fieldsID="2b4c55a0bee7c350c130ff9f6e5fb40c" ns3:_="" ns4:_="">
    <xsd:import namespace="37473a6a-0566-4ba9-806e-467b08f33b59"/>
    <xsd:import namespace="a5109836-3c62-4718-a0cd-c7b582f814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73a6a-0566-4ba9-806e-467b08f33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09836-3c62-4718-a0cd-c7b582f814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73a6a-0566-4ba9-806e-467b08f33b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99E983-305D-4D18-A51F-848EFEE83D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73a6a-0566-4ba9-806e-467b08f33b59"/>
    <ds:schemaRef ds:uri="a5109836-3c62-4718-a0cd-c7b582f81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624D4A-3AB0-45CB-8AB7-AF5029D08566}">
  <ds:schemaRefs>
    <ds:schemaRef ds:uri="http://purl.org/dc/elements/1.1/"/>
    <ds:schemaRef ds:uri="http://purl.org/dc/dcmitype/"/>
    <ds:schemaRef ds:uri="a5109836-3c62-4718-a0cd-c7b582f81404"/>
    <ds:schemaRef ds:uri="http://schemas.microsoft.com/office/infopath/2007/PartnerControls"/>
    <ds:schemaRef ds:uri="37473a6a-0566-4ba9-806e-467b08f33b59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5EC089B-7917-4192-8680-63913277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218601</TotalTime>
  <Words>157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Sipho Dubazane</cp:lastModifiedBy>
  <cp:revision>2445</cp:revision>
  <cp:lastPrinted>2024-05-14T13:45:52Z</cp:lastPrinted>
  <dcterms:created xsi:type="dcterms:W3CDTF">2019-02-12T06:39:46Z</dcterms:created>
  <dcterms:modified xsi:type="dcterms:W3CDTF">2026-02-27T13:45:17Z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0x01010032C29F0A1FA96944A2C5135006DD23E8</vt:lpwstr>
  </property>
</Properties>
</file>
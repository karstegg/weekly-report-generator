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5" r:id="rId2"/>
  </p:sldMasterIdLst>
  <p:notesMasterIdLst>
    <p:notesMasterId r:id="rId4"/>
  </p:notesMasterIdLst>
  <p:handoutMasterIdLst>
    <p:handoutMasterId r:id="rId5"/>
  </p:handoutMasterIdLst>
  <p:sldIdLst>
    <p:sldId id="1697" r:id="rId3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86" d="100"/>
          <a:sy n="86" d="100"/>
        </p:scale>
        <p:origin x="330" y="96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2026/03/09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2026/03/09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2026/03/09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00074"/>
              </p:ext>
            </p:extLst>
          </p:nvPr>
        </p:nvGraphicFramePr>
        <p:xfrm>
          <a:off x="104970" y="898128"/>
          <a:ext cx="11388911" cy="5779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6294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5992617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442299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371881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People: </a:t>
                      </a:r>
                      <a:r>
                        <a:rPr lang="en-GB" sz="1200" b="0" dirty="0"/>
                        <a:t>Successfully hosted the ARM leadership at the BEV workshops</a:t>
                      </a:r>
                    </a:p>
                    <a:p>
                      <a:pPr marL="0" indent="0">
                        <a:buNone/>
                      </a:pPr>
                      <a:endParaRPr lang="en-GB" sz="12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Safety: LTI Case – </a:t>
                      </a:r>
                      <a:r>
                        <a:rPr lang="en-GB" sz="1200" b="0" dirty="0"/>
                        <a:t>Index Finger fracture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Equipment</a:t>
                      </a:r>
                      <a:r>
                        <a:rPr lang="en-GB" sz="1200" b="0" dirty="0"/>
                        <a:t>: Overall sustained machines availability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People: </a:t>
                      </a:r>
                      <a:r>
                        <a:rPr lang="en-GB" sz="1200" b="0" dirty="0"/>
                        <a:t>Overall work attendance below par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dirty="0"/>
                    </a:p>
                    <a:p>
                      <a:pPr marL="0" indent="0">
                        <a:buNone/>
                      </a:pPr>
                      <a:endParaRPr lang="en-ZA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4403">
                <a:tc>
                  <a:txBody>
                    <a:bodyPr/>
                    <a:lstStyle/>
                    <a:p>
                      <a:r>
                        <a:rPr lang="en-ZA" sz="1800" b="0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/>
                        <a:t>Priorities</a:t>
                      </a:r>
                      <a:endParaRPr lang="en-ZA" sz="1800" b="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1591212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CAS L9: </a:t>
                      </a:r>
                      <a:r>
                        <a:rPr lang="en-GB" sz="1200" b="0" dirty="0"/>
                        <a:t>LD’s and UV’s impacting productivity (Reliability of system)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Productivity: </a:t>
                      </a:r>
                      <a:r>
                        <a:rPr lang="en-GB" sz="1200" b="0" dirty="0"/>
                        <a:t>Water management and balancing of the system at mining areas</a:t>
                      </a:r>
                      <a:r>
                        <a:rPr lang="en-GB" sz="1200" b="1" dirty="0"/>
                        <a:t>.</a:t>
                      </a:r>
                      <a:endParaRPr lang="en-GB" sz="1200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Appointments: </a:t>
                      </a:r>
                      <a:r>
                        <a:rPr lang="en-GB" sz="1200" b="0" dirty="0"/>
                        <a:t>Complete GES and Forman’s appointments</a:t>
                      </a:r>
                    </a:p>
                    <a:p>
                      <a:pPr marL="0" indent="0">
                        <a:buNone/>
                      </a:pPr>
                      <a:endParaRPr lang="en-GB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144561</TotalTime>
  <Words>73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Sello Sease</cp:lastModifiedBy>
  <cp:revision>2443</cp:revision>
  <cp:lastPrinted>2024-05-14T13:45:52Z</cp:lastPrinted>
  <dcterms:created xsi:type="dcterms:W3CDTF">2019-02-12T06:39:46Z</dcterms:created>
  <dcterms:modified xsi:type="dcterms:W3CDTF">2026-03-09T05:46:55Z</dcterms:modified>
</cp:coreProperties>
</file>
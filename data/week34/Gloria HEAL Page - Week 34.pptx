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2026/02/20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2026/02/20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310397"/>
              </p:ext>
            </p:extLst>
          </p:nvPr>
        </p:nvGraphicFramePr>
        <p:xfrm>
          <a:off x="0" y="898127"/>
          <a:ext cx="12090204" cy="64372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Conveyor Watch submitted the  splice condition report and is looking good only small damages need to be fixed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Scaler audits on brakes after incident in NCHIII – all brakes were operational and good condition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Shift Foreman stopped the 74N plant due to non compliance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DTs availability was 61%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DT0106 on breakdown relating to Nerospec and still not fixed yet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DT0152 -  Powerless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DT0153 – No acceleration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 0068 Emulsion unit axle to be replace nothing available at the store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Commission surface compressor – Challenge 4 inch from the compressor to 2-inch line in the shaft and keep tripping the compressor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74N tip liners to be repairs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CV0053 to do hot splice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 axle from UV0128 to UV0068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218575</TotalTime>
  <Words>128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2444</cp:revision>
  <cp:lastPrinted>2024-05-14T13:45:52Z</cp:lastPrinted>
  <dcterms:created xsi:type="dcterms:W3CDTF">2019-02-12T06:39:46Z</dcterms:created>
  <dcterms:modified xsi:type="dcterms:W3CDTF">2026-02-20T11:55:05Z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